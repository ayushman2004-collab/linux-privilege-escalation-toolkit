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Linux Privilege Escalation Automation Toolkit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Detection-only Linux security auditing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Privilege escalation and Linux security</a:t>
            </a:r>
          </a:p>
          <a:p>
            <a:pPr>
              <a:defRPr sz="2400"/>
            </a:pPr>
            <a:r>
              <a:t>Common misconfigurations create privilege-boundary risks</a:t>
            </a:r>
          </a:p>
          <a:p>
            <a:pPr>
              <a:defRPr sz="2400"/>
            </a:pPr>
            <a:r>
              <a:t>Automation improves repeatability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Manual enumeration is repetitive</a:t>
            </a:r>
          </a:p>
          <a:p>
            <a:pPr>
              <a:defRPr sz="2400"/>
            </a:pPr>
            <a:r>
              <a:t>Important permissions and services may be missed</a:t>
            </a:r>
          </a:p>
          <a:p>
            <a:pPr>
              <a:defRPr sz="2400"/>
            </a:pPr>
            <a:r>
              <a:t>Need structured findings and mitigation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Automate enumeration</a:t>
            </a:r>
          </a:p>
          <a:p>
            <a:pPr>
              <a:defRPr sz="2400"/>
            </a:pPr>
            <a:r>
              <a:t>Identify risky configurations</a:t>
            </a:r>
          </a:p>
          <a:p>
            <a:pPr>
              <a:defRPr sz="2400"/>
            </a:pPr>
            <a:r>
              <a:t>Generate severity-based reports</a:t>
            </a:r>
          </a:p>
          <a:p>
            <a:pPr>
              <a:defRPr sz="2400"/>
            </a:pPr>
            <a:r>
              <a:t>No exploit execution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Python 3</a:t>
            </a:r>
          </a:p>
          <a:p>
            <a:pPr>
              <a:defRPr sz="2400"/>
            </a:pPr>
            <a:r>
              <a:t>Linux utilities</a:t>
            </a:r>
          </a:p>
          <a:p>
            <a:pPr>
              <a:defRPr sz="2400"/>
            </a:pPr>
            <a:r>
              <a:t>JSON + HTML</a:t>
            </a:r>
          </a:p>
          <a:p>
            <a:pPr>
              <a:defRPr sz="2400"/>
            </a:pPr>
            <a:r>
              <a:t>Draw.io for diagrams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CLI → Enumeration Modules → Risk Engine → Report Generator → JSON/HTML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System information</a:t>
            </a:r>
          </a:p>
          <a:p>
            <a:pPr>
              <a:defRPr sz="2400"/>
            </a:pPr>
            <a:r>
              <a:t>SUID/SGID</a:t>
            </a:r>
          </a:p>
          <a:p>
            <a:pPr>
              <a:defRPr sz="2400"/>
            </a:pPr>
            <a:r>
              <a:t>Permissions</a:t>
            </a:r>
          </a:p>
          <a:p>
            <a:pPr>
              <a:defRPr sz="2400"/>
            </a:pPr>
            <a:r>
              <a:t>Sudo</a:t>
            </a:r>
          </a:p>
          <a:p>
            <a:pPr>
              <a:defRPr sz="2400"/>
            </a:pPr>
            <a:r>
              <a:t>Cron</a:t>
            </a:r>
          </a:p>
          <a:p>
            <a:pPr>
              <a:defRPr sz="2400"/>
            </a:pPr>
            <a:r>
              <a:t>Systemd</a:t>
            </a:r>
          </a:p>
          <a:p>
            <a:pPr>
              <a:defRPr sz="2400"/>
            </a:pPr>
            <a:r>
              <a:t>Capabilities</a:t>
            </a:r>
          </a:p>
          <a:p>
            <a:pPr>
              <a:defRPr sz="2400"/>
            </a:pPr>
            <a:r>
              <a:t>Kernel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SUID/SGID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Search permission bits</a:t>
            </a:r>
          </a:p>
          <a:p>
            <a:pPr>
              <a:defRPr sz="2400"/>
            </a:pPr>
            <a:r>
              <a:t>Flag high-interest binaries for review</a:t>
            </a:r>
          </a:p>
          <a:p>
            <a:pPr>
              <a:defRPr sz="2400"/>
            </a:pPr>
            <a:r>
              <a:t>Detection only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Weak Permissions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Sensitive files</a:t>
            </a:r>
          </a:p>
          <a:p>
            <a:pPr>
              <a:defRPr sz="2400"/>
            </a:pPr>
            <a:r>
              <a:t>World-writable resources</a:t>
            </a:r>
          </a:p>
          <a:p>
            <a:pPr>
              <a:defRPr sz="2400"/>
            </a:pPr>
            <a:r>
              <a:t>Privileged process resources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Services &amp; Cron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Root-context systemd units</a:t>
            </a:r>
          </a:p>
          <a:p>
            <a:pPr>
              <a:defRPr sz="2400"/>
            </a:pPr>
            <a:r>
              <a:t>Unsafe executable paths</a:t>
            </a:r>
          </a:p>
          <a:p>
            <a:pPr>
              <a:defRPr sz="2400"/>
            </a:pPr>
            <a:r>
              <a:t>Writable scheduled-job resources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Critical / High / Medium / Low / Info</a:t>
            </a:r>
          </a:p>
          <a:p>
            <a:pPr>
              <a:defRPr sz="2400"/>
            </a:pPr>
            <a:r>
              <a:t>Evidence + impact + mitigation</a:t>
            </a:r>
          </a:p>
          <a:p>
            <a:pPr>
              <a:defRPr sz="2400"/>
            </a:pPr>
            <a:r>
              <a:t>Manual validation remains important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Run python3 main.py --fast</a:t>
            </a:r>
          </a:p>
          <a:p>
            <a:pPr>
              <a:defRPr sz="2400"/>
            </a:pPr>
            <a:r>
              <a:t>Review terminal summary</a:t>
            </a:r>
          </a:p>
          <a:p>
            <a:pPr>
              <a:defRPr sz="2400"/>
            </a:pPr>
            <a:r>
              <a:t>Open HTML report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Version matching is not proof of CVE exploitability</a:t>
            </a:r>
          </a:p>
          <a:p>
            <a:pPr>
              <a:defRPr sz="2400"/>
            </a:pPr>
            <a:r>
              <a:t>Distribution backports matter</a:t>
            </a:r>
          </a:p>
          <a:p>
            <a:pPr>
              <a:defRPr sz="2400"/>
            </a:pPr>
            <a:r>
              <a:t>Some resources may be inaccessible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Automates repetitive security enumeration</a:t>
            </a:r>
          </a:p>
          <a:p>
            <a:pPr>
              <a:defRPr sz="2400"/>
            </a:pPr>
            <a:r>
              <a:t>Supports defensive remediation</a:t>
            </a:r>
          </a:p>
          <a:p>
            <a:pPr>
              <a:defRPr sz="2400"/>
            </a:pPr>
            <a:r>
              <a:t>Safe for authorized academic lab 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